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3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80" autoAdjust="0"/>
    <p:restoredTop sz="82227" autoAdjust="0"/>
  </p:normalViewPr>
  <p:slideViewPr>
    <p:cSldViewPr snapToGrid="0" showGuides="1">
      <p:cViewPr varScale="1">
        <p:scale>
          <a:sx n="108" d="100"/>
          <a:sy n="108" d="100"/>
        </p:scale>
        <p:origin x="34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D25CD4-97A0-4A8B-8B68-79239C598E73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FED925-DE13-4A90-A87A-3369165250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7106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6D315-CFA7-F18F-5611-0E390411DD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7241" y="131860"/>
            <a:ext cx="11551298" cy="474630"/>
          </a:xfrm>
        </p:spPr>
        <p:txBody>
          <a:bodyPr/>
          <a:lstStyle>
            <a:lvl1pPr>
              <a:defRPr sz="2400">
                <a:solidFill>
                  <a:schemeClr val="accent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スライドメッセージ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FDA7B0C-E626-8C86-C3F9-6029BC54B7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1"/>
            <a:ext cx="2743200" cy="171858"/>
          </a:xfrm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C01B8CA8-A7CC-40E4-8ED6-81B4D5F9400B}" type="datetimeFigureOut">
              <a:rPr lang="ja-JP" altLang="en-US" smtClean="0"/>
              <a:pPr/>
              <a:t>2026/4/13</a:t>
            </a:fld>
            <a:endParaRPr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BFC6DE0-39C8-6F03-0152-8578F7BA9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1"/>
            <a:ext cx="4114800" cy="171858"/>
          </a:xfrm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9BE49F0-AEDB-0D71-7A52-F96FE8285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1"/>
            <a:ext cx="2743200" cy="171858"/>
          </a:xfrm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09DA963F-7807-4395-8A58-DD707CA51887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6" name="コンテンツ プレースホルダー 6">
            <a:extLst>
              <a:ext uri="{FF2B5EF4-FFF2-40B4-BE49-F238E27FC236}">
                <a16:creationId xmlns:a16="http://schemas.microsoft.com/office/drawing/2014/main" id="{05896C3B-FD85-59A7-4E4A-0D29E197E4D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17241" y="672225"/>
            <a:ext cx="11591536" cy="783351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2">
                    <a:lumMod val="2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pPr lvl="0"/>
            <a:r>
              <a:rPr kumimoji="1" lang="ja-JP" altLang="en-US" dirty="0"/>
              <a:t>概要①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概要②</a:t>
            </a:r>
          </a:p>
        </p:txBody>
      </p:sp>
      <p:sp>
        <p:nvSpPr>
          <p:cNvPr id="7" name="コンテンツ プレースホルダー 6">
            <a:extLst>
              <a:ext uri="{FF2B5EF4-FFF2-40B4-BE49-F238E27FC236}">
                <a16:creationId xmlns:a16="http://schemas.microsoft.com/office/drawing/2014/main" id="{1241F936-A09D-5A21-68FF-0035A12F523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17241" y="1455576"/>
            <a:ext cx="11591536" cy="4730198"/>
          </a:xfrm>
        </p:spPr>
        <p:txBody>
          <a:bodyPr>
            <a:normAutofit/>
          </a:bodyPr>
          <a:lstStyle>
            <a:lvl1pPr>
              <a:defRPr sz="1600">
                <a:solidFill>
                  <a:schemeClr val="bg2">
                    <a:lumMod val="2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>
              <a:buFont typeface="Wingdings" panose="05000000000000000000" pitchFamily="2" charset="2"/>
              <a:buChar char="Ø"/>
              <a:defRPr sz="1400">
                <a:solidFill>
                  <a:schemeClr val="bg2">
                    <a:lumMod val="2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2pPr>
          </a:lstStyle>
          <a:p>
            <a:pPr lvl="0"/>
            <a:r>
              <a:rPr kumimoji="1" lang="ja-JP" altLang="en-US" dirty="0"/>
              <a:t>インデント①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インデント②</a:t>
            </a:r>
          </a:p>
        </p:txBody>
      </p:sp>
    </p:spTree>
    <p:extLst>
      <p:ext uri="{BB962C8B-B14F-4D97-AF65-F5344CB8AC3E}">
        <p14:creationId xmlns:p14="http://schemas.microsoft.com/office/powerpoint/2010/main" val="34847504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A764A8A-05EF-FF45-EC95-3A9C5909D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241" y="131860"/>
            <a:ext cx="11551298" cy="47463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kumimoji="1" lang="ja-JP" altLang="en-US" dirty="0"/>
              <a:t>スライドメッセージ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D3FD47D-708A-7F8E-1E52-F5921F5509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20481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62AE49-EF35-CCB1-26EF-AC9D5131B2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1718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C01B8CA8-A7CC-40E4-8ED6-81B4D5F9400B}" type="datetimeFigureOut">
              <a:rPr lang="ja-JP" altLang="en-US" smtClean="0"/>
              <a:pPr/>
              <a:t>2026/4/13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1A030F-6976-1B52-C3D0-4273BCA103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1718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836DE0-44E5-50EA-C883-68714F6310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1718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fld id="{09DA963F-7807-4395-8A58-DD707CA51887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63152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200" kern="1200">
          <a:solidFill>
            <a:schemeClr val="tx2">
              <a:lumMod val="75000"/>
              <a:lumOff val="25000"/>
            </a:schemeClr>
          </a:solidFill>
          <a:latin typeface="Meiryo UI" panose="020B0604030504040204" pitchFamily="50" charset="-128"/>
          <a:ea typeface="Meiryo UI" panose="020B0604030504040204" pitchFamily="50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Meiryo UI" panose="020B0604030504040204" pitchFamily="50" charset="-128"/>
          <a:ea typeface="Meiryo UI" panose="020B0604030504040204" pitchFamily="50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8FEB54-5690-23B1-75AC-6503A0B61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8254EC-CE83-317C-40EA-083FD87E730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1DFFFDC-7CB3-3F68-17B1-FB41E505CD1F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3764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FDFCA-09D6-C7B5-1D17-225F0B895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65EE2C-7706-8952-5264-8CC0D5CBB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27E04D5-AE48-E96D-EF4F-B20B9FB4D30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B054655-2EDC-A86B-EA34-2D976AE8F1D5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341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07804-CE47-3518-5F5B-4FD499311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53A781-E7D9-DC0C-C614-E3B6FF692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4386ED-CFCE-36DE-82DB-F81EFAE2073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D385DAC-120C-8015-9960-C7014CD5D73F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0165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FEBCF-FDD3-CC34-8447-987D1FD7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46F9F0-9FB8-C03F-96AD-2C7EC8AFD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389CC17-25E7-838F-BAD9-D6D1C960764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DDBFC4C-3F98-1029-CA9A-E6DF9B7F49D4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29337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8B033-4FDE-4A19-F2CD-162135FC7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D1B728-2415-CE0E-943D-D272CB5C6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D2DC9E6-AE60-EA3C-B751-268793B9F03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6EFD19E-C989-4D62-A372-A54D7EAFC186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7950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6CEB7-EAF2-0486-F42C-B9CD41F92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59D10A-08B2-30C4-2DBC-9F1FBD7A94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D5C5F8D-04F4-31E3-87FD-CD8BF2D297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5F3566-219C-DD68-0138-03E4BE2C1198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92801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D1E9F-72F1-430A-5146-441787B4F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1D820C-B830-9FF8-6675-44EB1AE53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19F4A90-4CF4-AE94-382F-AF22D1C1A4A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588F949-EEEE-2C4C-58F1-A314E4E934A3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53347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D978E-EBB8-CF93-F17D-CBF8D9A89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A404AF-96A2-D995-7D95-DDD0B8117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EA40439-E7A7-7B19-0229-DCB6B46B0BB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27A6E2E-DD20-C693-CB18-53C3DEE78B76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7648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E6FFD-DF4B-BAEE-28A5-FFA7F179C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B23877-4B6A-FBB2-2398-6B2DA0ACB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69EE150-CBAA-EB3C-9076-790CEC12B33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B9B5495-DAE2-A502-689C-F8C837D9FCB3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455619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33D31B-7A88-84DB-837C-C7736D7EE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153FFD7-79E5-715F-6260-8969D3088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6FD0D4D-AD40-30B4-5083-5FE71FED425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D56339C-7931-CFA0-D207-76753E2675CA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39259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50771-2C3A-B9BE-A71F-7BF2E8B10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FC6288-1EDB-F829-B57D-D76AC6C10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5E0D411-8B10-A3BF-132C-A42ABFB64AC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61FD445-4A47-88F2-D8F0-3B2A7FDB774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30083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CBB4F-CC85-7CE7-98BD-074B6F05B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0EF4A0-7EE4-FE33-100F-5D4046375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DC3A569-DD21-2863-96EA-8CFF939149A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E034993-5B67-975A-0927-C2953CCAB01C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8624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D0D18-68FB-D666-A74A-B78C1465A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9C3368-F767-BF9D-29BD-9A6470944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3FFA7C8-368F-B8AF-6E93-2FF55791C50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D096545-0F1A-E1ED-AD34-ABDFE9210FF2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07585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1E000-7B1E-668F-C066-F1D156F4F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E2118E-9BC8-2ECE-ACC6-E1616A2E1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57F12DE-2D01-19E4-2D27-7ABE6F50BEA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32C827B-A43F-49BB-4BE3-FA1387396461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40883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94CDB-971D-5BA7-68ED-DAB582A9C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E55A53-C0C5-5C91-89A0-0EF08A6F5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9F1187B-ED53-FF0F-56C6-3A7186E60A6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E8FED8-D205-DF70-E78A-E6D5B05D85CA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487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E1F16-42AA-EDB7-C0EB-D818E37D8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DD6AB3-061F-FCE9-E227-B90D51ED9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9B3E70-28E3-30D3-C454-C225F233EE3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78FFD99-3CF2-00DA-4A3A-FBCDE90F9D0D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6382752"/>
      </p:ext>
    </p:extLst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9035</TotalTime>
  <Words>0</Words>
  <Application>Microsoft Office PowerPoint</Application>
  <PresentationFormat>ワイド画面</PresentationFormat>
  <Paragraphs>0</Paragraphs>
  <Slides>16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16</vt:i4>
      </vt:variant>
    </vt:vector>
  </HeadingPairs>
  <TitlesOfParts>
    <vt:vector size="21" baseType="lpstr">
      <vt:lpstr>Meiryo UI</vt:lpstr>
      <vt:lpstr>游ゴシック</vt:lpstr>
      <vt:lpstr>Arial</vt:lpstr>
      <vt:lpstr>Wingdings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ishowaseda</dc:creator>
  <cp:lastModifiedBy>ishowaseda</cp:lastModifiedBy>
  <cp:revision>64</cp:revision>
  <dcterms:created xsi:type="dcterms:W3CDTF">2026-04-07T13:27:17Z</dcterms:created>
  <dcterms:modified xsi:type="dcterms:W3CDTF">2026-04-13T22:47:27Z</dcterms:modified>
</cp:coreProperties>
</file>