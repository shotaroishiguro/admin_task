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3.1_グローバル・ブランド・ランキング" id="{03B3EEA1-EB63-4F11-89FB-58880CC6FCEB}">
          <p14:sldIdLst>
            <p14:sldId id="256"/>
          </p14:sldIdLst>
        </p14:section>
        <p14:section name="3.2_東急ホテルズのブランド戦略" id="{4D88F977-A55B-4B2C-AF60-8ECE96238DDB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0" autoAdjust="0"/>
    <p:restoredTop sz="82227" autoAdjust="0"/>
  </p:normalViewPr>
  <p:slideViewPr>
    <p:cSldViewPr snapToGrid="0" showGuides="1">
      <p:cViewPr varScale="1">
        <p:scale>
          <a:sx n="62" d="100"/>
          <a:sy n="62" d="100"/>
        </p:scale>
        <p:origin x="102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D25CD4-97A0-4A8B-8B68-79239C598E73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ED925-DE13-4A90-A87A-3369165250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710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GAFAM</a:t>
            </a:r>
            <a:r>
              <a:rPr kumimoji="1" lang="ja-JP" altLang="en-US" dirty="0"/>
              <a:t>が上に来そう、一般的かつ企業の認知度が高い</a:t>
            </a:r>
            <a:r>
              <a:rPr kumimoji="1" lang="en-US" altLang="ja-JP" dirty="0"/>
              <a:t>Microsoft</a:t>
            </a:r>
            <a:r>
              <a:rPr kumimoji="1" lang="ja-JP" altLang="en-US" dirty="0"/>
              <a:t>がトップ</a:t>
            </a:r>
            <a:endParaRPr kumimoji="1" lang="en-US" altLang="ja-JP" dirty="0"/>
          </a:p>
          <a:p>
            <a:r>
              <a:rPr kumimoji="1" lang="en-US" altLang="ja-JP" dirty="0"/>
              <a:t>SONY</a:t>
            </a:r>
            <a:r>
              <a:rPr kumimoji="1" lang="ja-JP" altLang="en-US" dirty="0"/>
              <a:t>、日産、ファーストリテイリングで迷ったが、多角的企業であり、法人・個人の両方に関わっている</a:t>
            </a:r>
            <a:r>
              <a:rPr kumimoji="1" lang="en-US" altLang="ja-JP" dirty="0"/>
              <a:t>SONY</a:t>
            </a:r>
            <a:r>
              <a:rPr kumimoji="1" lang="ja-JP" altLang="en-US" dirty="0"/>
              <a:t>を選んだ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FED925-DE13-4A90-A87A-3369165250F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9758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6D315-CFA7-F18F-5611-0E390411D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7241" y="131860"/>
            <a:ext cx="11551298" cy="474630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スライドメッセージ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FDA7B0C-E626-8C86-C3F9-6029BC54B7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171858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01B8CA8-A7CC-40E4-8ED6-81B4D5F9400B}" type="datetimeFigureOut">
              <a:rPr lang="ja-JP" altLang="en-US" smtClean="0"/>
              <a:pPr/>
              <a:t>2026/4/14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BFC6DE0-39C8-6F03-0152-8578F7BA9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171858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9BE49F0-AEDB-0D71-7A52-F96FE828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171858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09DA963F-7807-4395-8A58-DD707CA5188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コンテンツ プレースホルダー 6">
            <a:extLst>
              <a:ext uri="{FF2B5EF4-FFF2-40B4-BE49-F238E27FC236}">
                <a16:creationId xmlns:a16="http://schemas.microsoft.com/office/drawing/2014/main" id="{05896C3B-FD85-59A7-4E4A-0D29E197E4D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241" y="672225"/>
            <a:ext cx="11591536" cy="783351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2">
                    <a:lumMod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 dirty="0"/>
              <a:t>概要①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概要②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1241F936-A09D-5A21-68FF-0035A12F523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17241" y="1455576"/>
            <a:ext cx="11591536" cy="4730198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>
                    <a:lumMod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buFont typeface="Wingdings" panose="05000000000000000000" pitchFamily="2" charset="2"/>
              <a:buChar char="Ø"/>
              <a:defRPr sz="1400">
                <a:solidFill>
                  <a:schemeClr val="bg2">
                    <a:lumMod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</a:lstStyle>
          <a:p>
            <a:pPr lvl="0"/>
            <a:r>
              <a:rPr kumimoji="1" lang="ja-JP" altLang="en-US" dirty="0"/>
              <a:t>インデント①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インデント②</a:t>
            </a:r>
          </a:p>
        </p:txBody>
      </p:sp>
    </p:spTree>
    <p:extLst>
      <p:ext uri="{BB962C8B-B14F-4D97-AF65-F5344CB8AC3E}">
        <p14:creationId xmlns:p14="http://schemas.microsoft.com/office/powerpoint/2010/main" val="3484750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A764A8A-05EF-FF45-EC95-3A9C5909D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241" y="131860"/>
            <a:ext cx="11551298" cy="4746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 dirty="0"/>
              <a:t>スライドメッセージ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3FD47D-708A-7F8E-1E52-F5921F550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2048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62AE49-EF35-CCB1-26EF-AC9D5131B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1718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01B8CA8-A7CC-40E4-8ED6-81B4D5F9400B}" type="datetimeFigureOut">
              <a:rPr lang="ja-JP" altLang="en-US" smtClean="0"/>
              <a:pPr/>
              <a:t>2026/4/14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1A030F-6976-1B52-C3D0-4273BCA10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1718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836DE0-44E5-50EA-C883-68714F631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1718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09DA963F-7807-4395-8A58-DD707CA51887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631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kern="1200">
          <a:solidFill>
            <a:schemeClr val="tx2">
              <a:lumMod val="75000"/>
              <a:lumOff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8FEB54-5690-23B1-75AC-6503A0B61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8254EC-CE83-317C-40EA-083FD87E730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1DFFFDC-7CB3-3F68-17B1-FB41E505CD1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ja-JP" dirty="0"/>
              <a:t>Q</a:t>
            </a:r>
            <a:r>
              <a:rPr lang="ja-JP" altLang="en-US" dirty="0"/>
              <a:t>：グローバル・ブランド・ランキングの空欄を埋めよ</a:t>
            </a:r>
            <a:endParaRPr lang="en-US" altLang="ja-JP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ja-JP" dirty="0"/>
              <a:t>Apple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dirty="0"/>
              <a:t>Microsoft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ja-JP" dirty="0"/>
              <a:t>Amazon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dirty="0"/>
              <a:t>Google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dirty="0"/>
              <a:t>Samsung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dirty="0"/>
              <a:t>Toyota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dirty="0" err="1"/>
              <a:t>Coca-cola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28. Netflix</a:t>
            </a:r>
          </a:p>
          <a:p>
            <a:pPr marL="0" indent="0">
              <a:buNone/>
            </a:pPr>
            <a:r>
              <a:rPr kumimoji="1" lang="en-US" altLang="ja-JP" dirty="0"/>
              <a:t>29. SONY</a:t>
            </a:r>
          </a:p>
          <a:p>
            <a:pPr marL="0" indent="0">
              <a:buNone/>
            </a:pPr>
            <a:r>
              <a:rPr lang="en-US" altLang="ja-JP" dirty="0"/>
              <a:t>30. Hyundai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3764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FDFCA-09D6-C7B5-1D17-225F0B895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65EE2C-7706-8952-5264-8CC0D5CB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7E04D5-AE48-E96D-EF4F-B20B9FB4D30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B054655-2EDC-A86B-EA34-2D976AE8F1D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5341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07804-CE47-3518-5F5B-4FD49931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53A781-E7D9-DC0C-C614-E3B6FF692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4386ED-CFCE-36DE-82DB-F81EFAE2073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D385DAC-120C-8015-9960-C7014CD5D73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0165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FEBCF-FDD3-CC34-8447-987D1FD7E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46F9F0-9FB8-C03F-96AD-2C7EC8AF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89CC17-25E7-838F-BAD9-D6D1C960764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DBFC4C-3F98-1029-CA9A-E6DF9B7F49D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2933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8B033-4FDE-4A19-F2CD-162135FC7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D1B728-2415-CE0E-943D-D272CB5C6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2DC9E6-AE60-EA3C-B751-268793B9F03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EFD19E-C989-4D62-A372-A54D7EAFC18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7950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6CEB7-EAF2-0486-F42C-B9CD41F92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59D10A-08B2-30C4-2DBC-9F1FBD7A9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5C5F8D-04F4-31E3-87FD-CD8BF2D297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E5F3566-219C-DD68-0138-03E4BE2C119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9280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D1E9F-72F1-430A-5146-441787B4F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D820C-B830-9FF8-6675-44EB1AE53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9F4A90-4CF4-AE94-382F-AF22D1C1A4A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588F949-EEEE-2C4C-58F1-A314E4E934A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5334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D978E-EBB8-CF93-F17D-CBF8D9A89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A404AF-96A2-D995-7D95-DDD0B8117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A40439-E7A7-7B19-0229-DCB6B46B0BB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27A6E2E-DD20-C693-CB18-53C3DEE78B7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648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E6FFD-DF4B-BAEE-28A5-FFA7F179C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B23877-4B6A-FBB2-2398-6B2DA0ACB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9EE150-CBAA-EB3C-9076-790CEC12B33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B9B5495-DAE2-A502-689C-F8C837D9FCB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5561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3D31B-7A88-84DB-837C-C7736D7EE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53FFD7-79E5-715F-6260-8969D308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FD0D4D-AD40-30B4-5083-5FE71FED425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56339C-7931-CFA0-D207-76753E2675C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3925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50771-2C3A-B9BE-A71F-7BF2E8B10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FC6288-1EDB-F829-B57D-D76AC6C1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E0D411-8B10-A3BF-132C-A42ABFB64AC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61FD445-4A47-88F2-D8F0-3B2A7FDB774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3008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CBB4F-CC85-7CE7-98BD-074B6F05B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0EF4A0-7EE4-FE33-100F-5D404637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C3A569-DD21-2863-96EA-8CFF939149A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034993-5B67-975A-0927-C2953CCAB01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8624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D0D18-68FB-D666-A74A-B78C1465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9C3368-F767-BF9D-29BD-9A6470944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FFA7C8-368F-B8AF-6E93-2FF55791C50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096545-0F1A-E1ED-AD34-ABDFE9210FF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7585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1E000-7B1E-668F-C066-F1D156F4F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E2118E-9BC8-2ECE-ACC6-E1616A2E1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7F12DE-2D01-19E4-2D27-7ABE6F50BEA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2C827B-A43F-49BB-4BE3-FA138739646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4088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94CDB-971D-5BA7-68ED-DAB582A9C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E55A53-C0C5-5C91-89A0-0EF08A6F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F1187B-ED53-FF0F-56C6-3A7186E60A6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AE8FED8-D205-DF70-E78A-E6D5B05D85C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487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E1F16-42AA-EDB7-C0EB-D818E37D8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DD6AB3-061F-FCE9-E227-B90D51ED9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9B3E70-28E3-30D3-C454-C225F233EE3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78FFD99-3CF2-00DA-4A3A-FBCDE90F9D0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6382752"/>
      </p:ext>
    </p:extLst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9071</TotalTime>
  <Words>74</Words>
  <Application>Microsoft Office PowerPoint</Application>
  <PresentationFormat>ワイド画面</PresentationFormat>
  <Paragraphs>17</Paragraphs>
  <Slides>16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1" baseType="lpstr">
      <vt:lpstr>Meiryo UI</vt:lpstr>
      <vt:lpstr>游ゴシック</vt:lpstr>
      <vt:lpstr>Arial</vt:lpstr>
      <vt:lpstr>Wingdings</vt:lpstr>
      <vt:lpstr>デザインの設定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ishowaseda</dc:creator>
  <cp:lastModifiedBy>ishowaseda</cp:lastModifiedBy>
  <cp:revision>67</cp:revision>
  <dcterms:created xsi:type="dcterms:W3CDTF">2026-04-07T13:27:17Z</dcterms:created>
  <dcterms:modified xsi:type="dcterms:W3CDTF">2026-04-13T23:31:52Z</dcterms:modified>
</cp:coreProperties>
</file>