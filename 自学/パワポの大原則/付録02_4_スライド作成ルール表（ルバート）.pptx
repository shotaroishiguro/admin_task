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418" r:id="rId2"/>
  </p:sldIdLst>
  <p:sldSz cx="9906000" cy="6858000" type="A4"/>
  <p:notesSz cx="7099300" cy="102346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2" userDrawn="1">
          <p15:clr>
            <a:srgbClr val="A4A3A4"/>
          </p15:clr>
        </p15:guide>
        <p15:guide id="3" pos="1623" userDrawn="1">
          <p15:clr>
            <a:srgbClr val="A4A3A4"/>
          </p15:clr>
        </p15:guide>
        <p15:guide id="4" pos="3574" userDrawn="1">
          <p15:clr>
            <a:srgbClr val="A4A3A4"/>
          </p15:clr>
        </p15:guide>
        <p15:guide id="5" pos="85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6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D"/>
    <a:srgbClr val="000000"/>
    <a:srgbClr val="333333"/>
    <a:srgbClr val="DDE9F7"/>
    <a:srgbClr val="C0C0C0"/>
    <a:srgbClr val="B6DF89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テーマ スタイル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97" autoAdjust="0"/>
    <p:restoredTop sz="94976" autoAdjust="0"/>
  </p:normalViewPr>
  <p:slideViewPr>
    <p:cSldViewPr showGuides="1">
      <p:cViewPr>
        <p:scale>
          <a:sx n="66" d="100"/>
          <a:sy n="66" d="100"/>
        </p:scale>
        <p:origin x="888" y="104"/>
      </p:cViewPr>
      <p:guideLst>
        <p:guide orient="horz" pos="572"/>
        <p:guide pos="1623"/>
        <p:guide pos="3574"/>
        <p:guide pos="852"/>
      </p:guideLst>
    </p:cSldViewPr>
  </p:slideViewPr>
  <p:outlineViewPr>
    <p:cViewPr>
      <p:scale>
        <a:sx n="33" d="100"/>
        <a:sy n="33" d="100"/>
      </p:scale>
      <p:origin x="0" y="-699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50" d="100"/>
          <a:sy n="50" d="100"/>
        </p:scale>
        <p:origin x="-2694" y="-84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076364" cy="511731"/>
          </a:xfrm>
          <a:prstGeom prst="rect">
            <a:avLst/>
          </a:prstGeom>
        </p:spPr>
        <p:txBody>
          <a:bodyPr vert="horz" lIns="95454" tIns="47728" rIns="95454" bIns="47728" rtlCol="0"/>
          <a:lstStyle>
            <a:lvl1pPr algn="l">
              <a:defRPr sz="1300">
                <a:latin typeface="Arial Unicode MS" panose="020B060402020202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4021295" y="1"/>
            <a:ext cx="3076364" cy="511731"/>
          </a:xfrm>
          <a:prstGeom prst="rect">
            <a:avLst/>
          </a:prstGeom>
        </p:spPr>
        <p:txBody>
          <a:bodyPr vert="horz" lIns="95454" tIns="47728" rIns="95454" bIns="47728" rtlCol="0"/>
          <a:lstStyle>
            <a:lvl1pPr algn="r">
              <a:defRPr sz="1300">
                <a:latin typeface="Arial Unicode MS" panose="020B0604020202020204" pitchFamily="50" charset="-128"/>
              </a:defRPr>
            </a:lvl1pPr>
          </a:lstStyle>
          <a:p>
            <a:fld id="{93AEEDAA-138E-467C-BD93-27AE9BBEACBA}" type="datetimeFigureOut">
              <a:rPr lang="ja-JP" altLang="en-US" smtClean="0"/>
              <a:pPr/>
              <a:t>2025/1/8</a:t>
            </a:fld>
            <a:endParaRPr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766763"/>
            <a:ext cx="554355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454" tIns="47728" rIns="95454" bIns="47728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709931" y="4861443"/>
            <a:ext cx="5679440" cy="4605576"/>
          </a:xfrm>
          <a:prstGeom prst="rect">
            <a:avLst/>
          </a:prstGeom>
        </p:spPr>
        <p:txBody>
          <a:bodyPr vert="horz" lIns="95454" tIns="47728" rIns="95454" bIns="47728" rtlCol="0">
            <a:norm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2" y="9721106"/>
            <a:ext cx="3076364" cy="511731"/>
          </a:xfrm>
          <a:prstGeom prst="rect">
            <a:avLst/>
          </a:prstGeom>
        </p:spPr>
        <p:txBody>
          <a:bodyPr vert="horz" lIns="95454" tIns="47728" rIns="95454" bIns="47728" rtlCol="0" anchor="b"/>
          <a:lstStyle>
            <a:lvl1pPr algn="l">
              <a:defRPr sz="1300">
                <a:latin typeface="Arial Unicode MS" panose="020B060402020202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4021295" y="9721106"/>
            <a:ext cx="3076364" cy="511731"/>
          </a:xfrm>
          <a:prstGeom prst="rect">
            <a:avLst/>
          </a:prstGeom>
        </p:spPr>
        <p:txBody>
          <a:bodyPr vert="horz" lIns="95454" tIns="47728" rIns="95454" bIns="47728" rtlCol="0" anchor="b"/>
          <a:lstStyle>
            <a:lvl1pPr algn="r">
              <a:defRPr sz="1300">
                <a:latin typeface="Arial Unicode MS" panose="020B0604020202020204" pitchFamily="50" charset="-128"/>
              </a:defRPr>
            </a:lvl1pPr>
          </a:lstStyle>
          <a:p>
            <a:fld id="{2387BCBC-5AA8-4F2B-B14D-5C8B2E94AE7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01786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Arial Unicode MS" panose="020B0604020202020204" pitchFamily="50" charset="-128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Arial Unicode MS" panose="020B0604020202020204" pitchFamily="50" charset="-128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Arial Unicode MS" panose="020B0604020202020204" pitchFamily="50" charset="-128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Arial Unicode MS" panose="020B0604020202020204" pitchFamily="50" charset="-128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Arial Unicode MS" panose="020B0604020202020204" pitchFamily="50" charset="-128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9"/>
              </a:clrFrom>
              <a:clrTo>
                <a:srgbClr val="FFFF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47200" y="590417"/>
            <a:ext cx="2304488" cy="951058"/>
          </a:xfrm>
          <a:prstGeom prst="rect">
            <a:avLst/>
          </a:prstGeom>
        </p:spPr>
      </p:pic>
      <p:sp>
        <p:nvSpPr>
          <p:cNvPr id="11" name="Rectangle 4"/>
          <p:cNvSpPr>
            <a:spLocks noChangeArrowheads="1"/>
          </p:cNvSpPr>
          <p:nvPr userDrawn="1"/>
        </p:nvSpPr>
        <p:spPr bwMode="auto">
          <a:xfrm>
            <a:off x="2174917" y="6059987"/>
            <a:ext cx="7692629" cy="76815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0" anchor="b">
            <a:spAutoFit/>
          </a:bodyPr>
          <a:lstStyle/>
          <a:p>
            <a:r>
              <a:rPr lang="en-US" altLang="ja-JP" sz="900" b="0" dirty="0">
                <a:latin typeface="+mn-lt"/>
                <a:ea typeface="Arial Unicode MS" panose="020B0604020202020204" pitchFamily="50" charset="-128"/>
                <a:cs typeface="Arial Unicode MS" panose="020B0604020202020204" pitchFamily="50" charset="-128"/>
              </a:rPr>
              <a:t>©</a:t>
            </a:r>
            <a:r>
              <a:rPr lang="en-US" altLang="ja-JP" sz="900" dirty="0">
                <a:latin typeface="+mn-lt"/>
                <a:ea typeface="Arial Unicode MS" panose="020B0604020202020204" pitchFamily="50" charset="-128"/>
                <a:cs typeface="Arial Unicode MS" panose="020B0604020202020204" pitchFamily="50" charset="-128"/>
              </a:rPr>
              <a:t>Rubato.</a:t>
            </a:r>
            <a:endParaRPr lang="en-US" altLang="ja-JP" sz="500" b="0" dirty="0">
              <a:latin typeface="+mn-lt"/>
              <a:ea typeface="Arial Unicode MS" panose="020B0604020202020204" pitchFamily="50" charset="-128"/>
              <a:cs typeface="Arial Unicode MS" panose="020B0604020202020204" pitchFamily="50" charset="-128"/>
            </a:endParaRPr>
          </a:p>
          <a:p>
            <a:r>
              <a:rPr lang="en-US" altLang="ja-JP" sz="900" b="0" dirty="0">
                <a:latin typeface="+mn-lt"/>
                <a:ea typeface="Arial Unicode MS" panose="020B0604020202020204" pitchFamily="50" charset="-128"/>
                <a:cs typeface="Arial Unicode MS" panose="020B0604020202020204" pitchFamily="50" charset="-128"/>
              </a:rPr>
              <a:t>No part of this publication may be reproduced, stored in a retrieval system, or transmitted in any form or by any means —</a:t>
            </a:r>
            <a:br>
              <a:rPr lang="en-US" altLang="ja-JP" sz="900" b="0" dirty="0">
                <a:latin typeface="+mn-lt"/>
                <a:ea typeface="Arial Unicode MS" panose="020B0604020202020204" pitchFamily="50" charset="-128"/>
                <a:cs typeface="Arial Unicode MS" panose="020B0604020202020204" pitchFamily="50" charset="-128"/>
              </a:rPr>
            </a:br>
            <a:r>
              <a:rPr lang="en-US" altLang="ja-JP" sz="900" b="0" dirty="0">
                <a:latin typeface="+mn-lt"/>
                <a:ea typeface="Arial Unicode MS" panose="020B0604020202020204" pitchFamily="50" charset="-128"/>
                <a:cs typeface="Arial Unicode MS" panose="020B0604020202020204" pitchFamily="50" charset="-128"/>
              </a:rPr>
              <a:t>electronic, mechanical, photocopying, recording, or otherwise — without the permission of </a:t>
            </a:r>
            <a:r>
              <a:rPr lang="en-US" altLang="ja-JP" sz="900" dirty="0">
                <a:latin typeface="+mn-lt"/>
                <a:ea typeface="Arial Unicode MS" panose="020B0604020202020204" pitchFamily="50" charset="-128"/>
                <a:cs typeface="Arial Unicode MS" panose="020B0604020202020204" pitchFamily="50" charset="-128"/>
              </a:rPr>
              <a:t>R</a:t>
            </a:r>
            <a:r>
              <a:rPr lang="en-US" altLang="ja-JP" sz="900" b="0" dirty="0">
                <a:latin typeface="+mn-lt"/>
                <a:ea typeface="Arial Unicode MS" panose="020B0604020202020204" pitchFamily="50" charset="-128"/>
                <a:cs typeface="Arial Unicode MS" panose="020B0604020202020204" pitchFamily="50" charset="-128"/>
              </a:rPr>
              <a:t>ubato</a:t>
            </a:r>
            <a:r>
              <a:rPr lang="en-US" altLang="ja-JP" sz="900" dirty="0">
                <a:latin typeface="+mn-lt"/>
                <a:ea typeface="Arial Unicode MS" panose="020B0604020202020204" pitchFamily="50" charset="-128"/>
                <a:cs typeface="Arial Unicode MS" panose="020B0604020202020204" pitchFamily="50" charset="-128"/>
              </a:rPr>
              <a:t>.</a:t>
            </a:r>
            <a:endParaRPr lang="en-US" altLang="ja-JP" sz="900" b="0" dirty="0">
              <a:latin typeface="+mn-lt"/>
              <a:ea typeface="Arial Unicode MS" panose="020B0604020202020204" pitchFamily="50" charset="-128"/>
              <a:cs typeface="Arial Unicode MS" panose="020B0604020202020204" pitchFamily="50" charset="-128"/>
            </a:endParaRPr>
          </a:p>
          <a:p>
            <a:pPr algn="l"/>
            <a:r>
              <a:rPr lang="en-US" altLang="ja-JP" sz="900" b="0" dirty="0">
                <a:latin typeface="+mn-lt"/>
                <a:ea typeface="Arial Unicode MS" panose="020B0604020202020204" pitchFamily="50" charset="-128"/>
                <a:cs typeface="Arial Unicode MS" panose="020B0604020202020204" pitchFamily="50" charset="-128"/>
              </a:rPr>
              <a:t>This document provides an outline of a presentation and is incomplete without the accompanying oral commentary and discussion.</a:t>
            </a:r>
          </a:p>
          <a:p>
            <a:pPr algn="l"/>
            <a:r>
              <a:rPr lang="en-US" altLang="ja-JP" sz="1100" b="0" dirty="0">
                <a:latin typeface="+mn-lt"/>
                <a:ea typeface="Arial Unicode MS" panose="020B0604020202020204" pitchFamily="50" charset="-128"/>
                <a:cs typeface="Arial Unicode MS" panose="020B0604020202020204" pitchFamily="50" charset="-128"/>
              </a:rPr>
              <a:t>COMPANY CONFIDENTIAL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2101398" y="2296890"/>
            <a:ext cx="6743464" cy="1038225"/>
          </a:xfrm>
        </p:spPr>
        <p:txBody>
          <a:bodyPr anchor="b">
            <a:normAutofit/>
          </a:bodyPr>
          <a:lstStyle>
            <a:lvl1pPr>
              <a:defRPr sz="3200">
                <a:solidFill>
                  <a:srgbClr val="4D4D4D"/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タイトル </a:t>
            </a:r>
            <a:r>
              <a:rPr kumimoji="1" lang="en-US" altLang="ja-JP" dirty="0" err="1"/>
              <a:t>ver.xx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910662" y="4052664"/>
            <a:ext cx="6934200" cy="1752600"/>
          </a:xfrm>
        </p:spPr>
        <p:txBody>
          <a:bodyPr anchor="b">
            <a:normAutofit/>
          </a:bodyPr>
          <a:lstStyle>
            <a:lvl1pPr marL="0" indent="0" algn="r">
              <a:buNone/>
              <a:defRPr sz="2000">
                <a:solidFill>
                  <a:srgbClr val="4D4D4D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年月日</a:t>
            </a:r>
            <a:br>
              <a:rPr kumimoji="1" lang="en-US" altLang="ja-JP" dirty="0"/>
            </a:br>
            <a:r>
              <a:rPr kumimoji="1" lang="ja-JP" altLang="en-US" dirty="0"/>
              <a:t>名前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0"/>
            <a:ext cx="1286593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>
              <a:latin typeface="Arial Unicode MS" panose="020B0604020202020204" pitchFamily="50" charset="-128"/>
            </a:endParaRPr>
          </a:p>
        </p:txBody>
      </p:sp>
      <p:sp>
        <p:nvSpPr>
          <p:cNvPr id="7" name="正方形/長方形 6"/>
          <p:cNvSpPr/>
          <p:nvPr userDrawn="1"/>
        </p:nvSpPr>
        <p:spPr>
          <a:xfrm>
            <a:off x="7964857" y="1196753"/>
            <a:ext cx="1286593" cy="1698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>
              <a:solidFill>
                <a:schemeClr val="bg1"/>
              </a:solidFill>
            </a:endParaRPr>
          </a:p>
        </p:txBody>
      </p:sp>
      <p:cxnSp>
        <p:nvCxnSpPr>
          <p:cNvPr id="15" name="直線コネクタ 14"/>
          <p:cNvCxnSpPr/>
          <p:nvPr userDrawn="1"/>
        </p:nvCxnSpPr>
        <p:spPr>
          <a:xfrm>
            <a:off x="2101398" y="3379440"/>
            <a:ext cx="66654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コンテンツ プレースホルダー 16"/>
          <p:cNvSpPr>
            <a:spLocks noGrp="1"/>
          </p:cNvSpPr>
          <p:nvPr>
            <p:ph sz="quarter" idx="10" hasCustomPrompt="1"/>
          </p:nvPr>
        </p:nvSpPr>
        <p:spPr>
          <a:xfrm>
            <a:off x="1286404" y="6443664"/>
            <a:ext cx="889133" cy="225425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4D4D4D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5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kumimoji="1" lang="en-US" altLang="ja-JP" dirty="0"/>
              <a:t>xxx-xxx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 dirty="0"/>
              <a:t>出所：　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333333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618100BA-33A5-45E8-9E48-58FC381EFEDD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cxnSp>
        <p:nvCxnSpPr>
          <p:cNvPr id="8" name="直線コネクタ 7"/>
          <p:cNvCxnSpPr/>
          <p:nvPr userDrawn="1"/>
        </p:nvCxnSpPr>
        <p:spPr>
          <a:xfrm>
            <a:off x="0" y="869531"/>
            <a:ext cx="9906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4"/>
          <p:cNvSpPr>
            <a:spLocks noChangeArrowheads="1"/>
          </p:cNvSpPr>
          <p:nvPr userDrawn="1"/>
        </p:nvSpPr>
        <p:spPr bwMode="auto">
          <a:xfrm>
            <a:off x="6591182" y="6674616"/>
            <a:ext cx="3198355" cy="18338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0" anchor="b">
            <a:spAutoFit/>
          </a:bodyPr>
          <a:lstStyle/>
          <a:p>
            <a:pPr algn="r"/>
            <a:r>
              <a:rPr lang="en-US" altLang="ja-JP" sz="900" b="0" dirty="0">
                <a:solidFill>
                  <a:srgbClr val="4D4D4D"/>
                </a:solidFill>
                <a:latin typeface="Arial Unicode MS" panose="020B0604020202020204" pitchFamily="50" charset="-128"/>
                <a:ea typeface="Arial Unicode MS" panose="020B0604020202020204" pitchFamily="50" charset="-128"/>
                <a:cs typeface="Arial Unicode MS" panose="020B0604020202020204" pitchFamily="50" charset="-128"/>
              </a:rPr>
              <a:t>©Rubato</a:t>
            </a:r>
            <a:r>
              <a:rPr lang="en-US" altLang="ja-JP" sz="900" dirty="0">
                <a:solidFill>
                  <a:srgbClr val="4D4D4D"/>
                </a:solidFill>
                <a:latin typeface="Arial Unicode MS" panose="020B0604020202020204" pitchFamily="50" charset="-128"/>
                <a:ea typeface="Arial Unicode MS" panose="020B0604020202020204" pitchFamily="50" charset="-128"/>
                <a:cs typeface="Arial Unicode MS" panose="020B0604020202020204" pitchFamily="50" charset="-128"/>
              </a:rPr>
              <a:t> Co., Ltd. –Confidential-</a:t>
            </a:r>
            <a:endParaRPr lang="en-US" altLang="ja-JP" sz="1100" b="0" dirty="0">
              <a:solidFill>
                <a:srgbClr val="4D4D4D"/>
              </a:solidFill>
              <a:latin typeface="Arial Unicode MS" panose="020B0604020202020204" pitchFamily="50" charset="-128"/>
              <a:ea typeface="Arial Unicode MS" panose="020B0604020202020204" pitchFamily="50" charset="-128"/>
              <a:cs typeface="Arial Unicode MS" panose="020B0604020202020204" pitchFamily="50" charset="-128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0" y="1"/>
            <a:ext cx="9009451" cy="836712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4D4D4D"/>
                </a:solidFill>
                <a:latin typeface="+mn-ea"/>
                <a:ea typeface="+mn-ea"/>
              </a:defRPr>
            </a:lvl1pPr>
          </a:lstStyle>
          <a:p>
            <a:r>
              <a:rPr kumimoji="1" lang="en-US" altLang="ja-JP" dirty="0"/>
              <a:t>T1</a:t>
            </a:r>
            <a:endParaRPr kumimoji="1" lang="ja-JP" altLang="en-US" dirty="0"/>
          </a:p>
        </p:txBody>
      </p:sp>
      <p:sp>
        <p:nvSpPr>
          <p:cNvPr id="13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869950"/>
            <a:ext cx="9906000" cy="470818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rgbClr val="4D4D4D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/>
              <a:t>T2</a:t>
            </a:r>
            <a:endParaRPr kumimoji="1" lang="ja-JP" altLang="en-US" dirty="0"/>
          </a:p>
        </p:txBody>
      </p:sp>
      <p:pic>
        <p:nvPicPr>
          <p:cNvPr id="15" name="図 14"/>
          <p:cNvPicPr>
            <a:picLocks noChangeAspect="1"/>
          </p:cNvPicPr>
          <p:nvPr userDrawn="1"/>
        </p:nvPicPr>
        <p:blipFill>
          <a:blip r:embed="rId2" cstate="screen">
            <a:clrChange>
              <a:clrFrom>
                <a:srgbClr val="FFFFF9"/>
              </a:clrFrom>
              <a:clrTo>
                <a:srgbClr val="FFFF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49344" y="146369"/>
            <a:ext cx="1673264" cy="69055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 userDrawn="1">
          <p15:clr>
            <a:srgbClr val="FBAE40"/>
          </p15:clr>
        </p15:guide>
        <p15:guide id="2" pos="308" userDrawn="1">
          <p15:clr>
            <a:srgbClr val="FBAE40"/>
          </p15:clr>
        </p15:guide>
        <p15:guide id="3" pos="5932" userDrawn="1">
          <p15:clr>
            <a:srgbClr val="FBAE40"/>
          </p15:clr>
        </p15:guide>
        <p15:guide id="4" orient="horz" pos="3974" userDrawn="1">
          <p15:clr>
            <a:srgbClr val="FBAE40"/>
          </p15:clr>
        </p15:guide>
        <p15:guide id="5" orient="horz" pos="2503" userDrawn="1">
          <p15:clr>
            <a:srgbClr val="FBAE40"/>
          </p15:clr>
        </p15:guide>
        <p15:guide id="6" pos="312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21291" y="6485617"/>
            <a:ext cx="69436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rgbClr val="4D4D4D"/>
                </a:solidFill>
                <a:latin typeface="Arial Unicode MS" panose="020B0604020202020204" pitchFamily="50" charset="-128"/>
              </a:defRPr>
            </a:lvl1pPr>
          </a:lstStyle>
          <a:p>
            <a:r>
              <a:rPr lang="ja-JP" altLang="en-US" dirty="0"/>
              <a:t>出所：　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7595051" y="6508228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4D4D4D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618100BA-33A5-45E8-9E48-58FC381EFEDD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n-ea"/>
          <a:ea typeface="+mn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ea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100BA-33A5-45E8-9E48-58FC381EFEDD}" type="slidenum">
              <a:rPr lang="ja-JP" altLang="en-US" smtClean="0"/>
              <a:pPr/>
              <a:t>1</a:t>
            </a:fld>
            <a:endParaRPr lang="ja-JP" altLang="en-US" dirty="0"/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スライド作成ルール表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5" name="正方形/長方形 4"/>
          <p:cNvSpPr/>
          <p:nvPr/>
        </p:nvSpPr>
        <p:spPr>
          <a:xfrm>
            <a:off x="1208584" y="2211776"/>
            <a:ext cx="1368152" cy="64777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00" dirty="0">
                <a:solidFill>
                  <a:schemeClr val="bg1"/>
                </a:solidFill>
                <a:latin typeface="+mn-ea"/>
              </a:rPr>
              <a:t>基本色</a:t>
            </a: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6457831" y="2060848"/>
            <a:ext cx="2210862" cy="267765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ja-JP" altLang="en-US" sz="1400" dirty="0">
                <a:solidFill>
                  <a:srgbClr val="4D4D4D"/>
                </a:solidFill>
                <a:latin typeface="+mn-ea"/>
              </a:rPr>
              <a:t>フォント：</a:t>
            </a: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MS P</a:t>
            </a:r>
            <a:r>
              <a:rPr lang="ja-JP" altLang="en-US" sz="1400" dirty="0">
                <a:solidFill>
                  <a:srgbClr val="4D4D4D"/>
                </a:solidFill>
                <a:latin typeface="+mn-ea"/>
              </a:rPr>
              <a:t>ゴシック</a:t>
            </a:r>
            <a:endParaRPr lang="en-US" altLang="ja-JP" sz="1400" dirty="0">
              <a:solidFill>
                <a:srgbClr val="4D4D4D"/>
              </a:solidFill>
              <a:latin typeface="+mn-ea"/>
            </a:endParaRPr>
          </a:p>
          <a:p>
            <a:endParaRPr lang="en-US" altLang="ja-JP" sz="1400" dirty="0">
              <a:solidFill>
                <a:srgbClr val="4D4D4D"/>
              </a:solidFill>
              <a:latin typeface="+mn-ea"/>
            </a:endParaRPr>
          </a:p>
          <a:p>
            <a:r>
              <a:rPr lang="ja-JP" altLang="en-US" sz="1400" dirty="0">
                <a:solidFill>
                  <a:srgbClr val="4D4D4D"/>
                </a:solidFill>
                <a:latin typeface="+mn-ea"/>
              </a:rPr>
              <a:t>フォントサイズ：</a:t>
            </a:r>
            <a:br>
              <a:rPr lang="en-US" altLang="ja-JP" sz="1400" dirty="0">
                <a:solidFill>
                  <a:srgbClr val="4D4D4D"/>
                </a:solidFill>
                <a:latin typeface="+mn-ea"/>
              </a:rPr>
            </a:b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T1: 24</a:t>
            </a:r>
            <a:br>
              <a:rPr lang="en-US" altLang="ja-JP" sz="1400" dirty="0">
                <a:solidFill>
                  <a:srgbClr val="4D4D4D"/>
                </a:solidFill>
                <a:latin typeface="+mn-ea"/>
              </a:rPr>
            </a:b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T2: 20</a:t>
            </a:r>
            <a:br>
              <a:rPr lang="en-US" altLang="ja-JP" sz="1400" dirty="0">
                <a:solidFill>
                  <a:srgbClr val="4D4D4D"/>
                </a:solidFill>
                <a:latin typeface="+mn-ea"/>
              </a:rPr>
            </a:br>
            <a:r>
              <a:rPr lang="ja-JP" altLang="en-US" sz="1400" dirty="0">
                <a:solidFill>
                  <a:srgbClr val="4D4D4D"/>
                </a:solidFill>
                <a:latin typeface="+mn-ea"/>
              </a:rPr>
              <a:t>タイトル：</a:t>
            </a: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18</a:t>
            </a:r>
          </a:p>
          <a:p>
            <a:r>
              <a:rPr lang="ja-JP" altLang="en-US" sz="1400" dirty="0">
                <a:solidFill>
                  <a:srgbClr val="4D4D4D"/>
                </a:solidFill>
                <a:latin typeface="+mn-ea"/>
              </a:rPr>
              <a:t>サブタイトル：</a:t>
            </a: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14</a:t>
            </a:r>
            <a:br>
              <a:rPr lang="en-US" altLang="ja-JP" sz="1400" dirty="0">
                <a:solidFill>
                  <a:srgbClr val="4D4D4D"/>
                </a:solidFill>
                <a:latin typeface="+mn-ea"/>
              </a:rPr>
            </a:br>
            <a:r>
              <a:rPr lang="ja-JP" altLang="en-US" sz="1400" dirty="0">
                <a:solidFill>
                  <a:srgbClr val="4D4D4D"/>
                </a:solidFill>
                <a:latin typeface="+mn-ea"/>
              </a:rPr>
              <a:t>本文</a:t>
            </a: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: 14</a:t>
            </a:r>
          </a:p>
          <a:p>
            <a:endParaRPr lang="en-US" altLang="ja-JP" sz="1400" dirty="0">
              <a:solidFill>
                <a:srgbClr val="4D4D4D"/>
              </a:solidFill>
              <a:latin typeface="+mn-ea"/>
            </a:endParaRPr>
          </a:p>
          <a:p>
            <a:r>
              <a:rPr lang="ja-JP" altLang="en-US" sz="1400" dirty="0">
                <a:solidFill>
                  <a:srgbClr val="4D4D4D"/>
                </a:solidFill>
                <a:latin typeface="+mn-ea"/>
              </a:rPr>
              <a:t>フォントカラー</a:t>
            </a:r>
            <a:br>
              <a:rPr lang="en-US" altLang="ja-JP" sz="1400" dirty="0">
                <a:solidFill>
                  <a:srgbClr val="4D4D4D"/>
                </a:solidFill>
                <a:latin typeface="+mn-ea"/>
              </a:rPr>
            </a:br>
            <a:r>
              <a:rPr lang="ja-JP" altLang="en-US" sz="1400" dirty="0">
                <a:solidFill>
                  <a:srgbClr val="4D4D4D"/>
                </a:solidFill>
                <a:latin typeface="+mn-ea"/>
              </a:rPr>
              <a:t>基本：</a:t>
            </a: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RGB 77.77.77</a:t>
            </a:r>
            <a:br>
              <a:rPr lang="en-US" altLang="ja-JP" sz="1400" dirty="0">
                <a:solidFill>
                  <a:srgbClr val="4D4D4D"/>
                </a:solidFill>
                <a:latin typeface="+mn-ea"/>
              </a:rPr>
            </a:br>
            <a:r>
              <a:rPr lang="ja-JP" altLang="en-US" sz="1400" dirty="0">
                <a:solidFill>
                  <a:srgbClr val="4D4D4D"/>
                </a:solidFill>
                <a:latin typeface="+mn-ea"/>
              </a:rPr>
              <a:t>アクセント：</a:t>
            </a:r>
            <a:r>
              <a:rPr lang="en-US" altLang="ja-JP" sz="1400" dirty="0">
                <a:solidFill>
                  <a:schemeClr val="accent6"/>
                </a:solidFill>
                <a:latin typeface="+mn-ea"/>
              </a:rPr>
              <a:t>RGB 247.150.70</a:t>
            </a:r>
          </a:p>
        </p:txBody>
      </p:sp>
      <p:sp>
        <p:nvSpPr>
          <p:cNvPr id="7" name="正方形/長方形 6"/>
          <p:cNvSpPr/>
          <p:nvPr/>
        </p:nvSpPr>
        <p:spPr>
          <a:xfrm>
            <a:off x="1208584" y="3068960"/>
            <a:ext cx="1368152" cy="647774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00" dirty="0">
                <a:solidFill>
                  <a:schemeClr val="bg1"/>
                </a:solidFill>
                <a:latin typeface="+mn-ea"/>
              </a:rPr>
              <a:t>アクセント</a:t>
            </a:r>
            <a:br>
              <a:rPr lang="en-US" altLang="ja-JP" sz="1600" dirty="0">
                <a:solidFill>
                  <a:schemeClr val="bg1"/>
                </a:solidFill>
                <a:latin typeface="+mn-ea"/>
              </a:rPr>
            </a:br>
            <a:r>
              <a:rPr lang="ja-JP" altLang="en-US" sz="1600" dirty="0">
                <a:solidFill>
                  <a:schemeClr val="bg1"/>
                </a:solidFill>
                <a:latin typeface="+mn-ea"/>
              </a:rPr>
              <a:t>カラー</a:t>
            </a:r>
          </a:p>
        </p:txBody>
      </p:sp>
      <p:cxnSp>
        <p:nvCxnSpPr>
          <p:cNvPr id="8" name="直線矢印コネクタ 7"/>
          <p:cNvCxnSpPr/>
          <p:nvPr/>
        </p:nvCxnSpPr>
        <p:spPr>
          <a:xfrm>
            <a:off x="2309764" y="4599057"/>
            <a:ext cx="1008236" cy="0"/>
          </a:xfrm>
          <a:prstGeom prst="straightConnector1">
            <a:avLst/>
          </a:prstGeom>
          <a:ln w="19050">
            <a:solidFill>
              <a:srgbClr val="4D4D4D"/>
            </a:solidFill>
            <a:headEnd type="none" w="med" len="med"/>
            <a:tailEnd type="triangl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/>
          <p:cNvSpPr txBox="1"/>
          <p:nvPr/>
        </p:nvSpPr>
        <p:spPr>
          <a:xfrm>
            <a:off x="1208585" y="4404520"/>
            <a:ext cx="1141659" cy="83099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ja-JP" altLang="en-US" sz="1600" dirty="0">
                <a:solidFill>
                  <a:srgbClr val="4D4D4D"/>
                </a:solidFill>
                <a:latin typeface="+mn-ea"/>
              </a:rPr>
              <a:t>矢印１</a:t>
            </a:r>
            <a:br>
              <a:rPr lang="en-US" altLang="ja-JP" sz="1600" dirty="0">
                <a:solidFill>
                  <a:srgbClr val="4D4D4D"/>
                </a:solidFill>
                <a:latin typeface="+mn-ea"/>
              </a:rPr>
            </a:br>
            <a:r>
              <a:rPr lang="ja-JP" altLang="en-US" sz="1600" dirty="0">
                <a:solidFill>
                  <a:srgbClr val="4D4D4D"/>
                </a:solidFill>
                <a:latin typeface="+mn-ea"/>
              </a:rPr>
              <a:t>（斜めの</a:t>
            </a:r>
            <a:br>
              <a:rPr lang="en-US" altLang="ja-JP" sz="1600" dirty="0">
                <a:solidFill>
                  <a:srgbClr val="4D4D4D"/>
                </a:solidFill>
                <a:latin typeface="+mn-ea"/>
              </a:rPr>
            </a:br>
            <a:r>
              <a:rPr lang="ja-JP" altLang="en-US" sz="1600" dirty="0">
                <a:solidFill>
                  <a:srgbClr val="4D4D4D"/>
                </a:solidFill>
                <a:latin typeface="+mn-ea"/>
              </a:rPr>
              <a:t>矢印は</a:t>
            </a:r>
            <a:r>
              <a:rPr lang="en-US" altLang="ja-JP" sz="1600" dirty="0">
                <a:solidFill>
                  <a:srgbClr val="4D4D4D"/>
                </a:solidFill>
                <a:latin typeface="+mn-ea"/>
              </a:rPr>
              <a:t>×</a:t>
            </a:r>
            <a:r>
              <a:rPr lang="ja-JP" altLang="en-US" sz="1600" dirty="0">
                <a:solidFill>
                  <a:srgbClr val="4D4D4D"/>
                </a:solidFill>
                <a:latin typeface="+mn-ea"/>
              </a:rPr>
              <a:t>）</a:t>
            </a:r>
            <a:endParaRPr lang="en-US" altLang="ja-JP" sz="1600" dirty="0">
              <a:solidFill>
                <a:srgbClr val="4D4D4D"/>
              </a:solidFill>
              <a:latin typeface="+mn-ea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1208584" y="5576810"/>
            <a:ext cx="736099" cy="338554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ja-JP" altLang="en-US" sz="1600" dirty="0">
                <a:solidFill>
                  <a:srgbClr val="4D4D4D"/>
                </a:solidFill>
                <a:latin typeface="+mn-ea"/>
              </a:rPr>
              <a:t>矢印２</a:t>
            </a:r>
            <a:endParaRPr lang="en-US" altLang="ja-JP" sz="1600" dirty="0">
              <a:solidFill>
                <a:srgbClr val="4D4D4D"/>
              </a:solidFill>
              <a:latin typeface="+mn-ea"/>
            </a:endParaRPr>
          </a:p>
        </p:txBody>
      </p:sp>
      <p:sp>
        <p:nvSpPr>
          <p:cNvPr id="11" name="二等辺三角形 10"/>
          <p:cNvSpPr/>
          <p:nvPr/>
        </p:nvSpPr>
        <p:spPr>
          <a:xfrm rot="5400000">
            <a:off x="2203781" y="5705534"/>
            <a:ext cx="900761" cy="31944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latin typeface="+mn-ea"/>
            </a:endParaRPr>
          </a:p>
        </p:txBody>
      </p:sp>
      <p:cxnSp>
        <p:nvCxnSpPr>
          <p:cNvPr id="12" name="カギ線コネクタ 11"/>
          <p:cNvCxnSpPr/>
          <p:nvPr/>
        </p:nvCxnSpPr>
        <p:spPr>
          <a:xfrm>
            <a:off x="2309764" y="5025281"/>
            <a:ext cx="1008236" cy="168205"/>
          </a:xfrm>
          <a:prstGeom prst="bentConnector3">
            <a:avLst/>
          </a:prstGeom>
          <a:ln w="19050">
            <a:solidFill>
              <a:srgbClr val="4D4D4D"/>
            </a:solidFill>
            <a:headEnd type="none" w="med" len="med"/>
            <a:tailEnd type="triangl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/>
          <p:cNvSpPr txBox="1"/>
          <p:nvPr/>
        </p:nvSpPr>
        <p:spPr>
          <a:xfrm>
            <a:off x="5601073" y="1628800"/>
            <a:ext cx="2012089" cy="338554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ja-JP" altLang="en-US" sz="1600" dirty="0">
                <a:solidFill>
                  <a:srgbClr val="4D4D4D"/>
                </a:solidFill>
                <a:latin typeface="+mn-ea"/>
              </a:rPr>
              <a:t>タイトルは太字、下線</a:t>
            </a:r>
            <a:endParaRPr lang="en-US" altLang="ja-JP" sz="1600" dirty="0">
              <a:solidFill>
                <a:srgbClr val="4D4D4D"/>
              </a:solidFill>
              <a:latin typeface="+mn-ea"/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3008784" y="1622431"/>
            <a:ext cx="3888432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ja-JP" altLang="en-US" b="1" dirty="0">
                <a:solidFill>
                  <a:srgbClr val="4D4D4D"/>
                </a:solidFill>
                <a:latin typeface="+mn-ea"/>
              </a:rPr>
              <a:t>タイトル</a:t>
            </a:r>
            <a:endParaRPr lang="en-US" altLang="ja-JP" b="1" dirty="0">
              <a:solidFill>
                <a:srgbClr val="4D4D4D"/>
              </a:solidFill>
              <a:latin typeface="+mn-ea"/>
            </a:endParaRPr>
          </a:p>
        </p:txBody>
      </p:sp>
      <p:cxnSp>
        <p:nvCxnSpPr>
          <p:cNvPr id="16" name="直線コネクタ 15"/>
          <p:cNvCxnSpPr/>
          <p:nvPr/>
        </p:nvCxnSpPr>
        <p:spPr>
          <a:xfrm>
            <a:off x="3018065" y="2023847"/>
            <a:ext cx="4042680" cy="0"/>
          </a:xfrm>
          <a:prstGeom prst="line">
            <a:avLst/>
          </a:prstGeom>
          <a:ln>
            <a:solidFill>
              <a:srgbClr val="4D4D4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フッター プレースホルダー 18"/>
          <p:cNvSpPr>
            <a:spLocks noGrp="1"/>
          </p:cNvSpPr>
          <p:nvPr>
            <p:ph type="ftr" sz="quarter" idx="11"/>
          </p:nvPr>
        </p:nvSpPr>
        <p:spPr>
          <a:xfrm>
            <a:off x="400653" y="6491974"/>
            <a:ext cx="6409506" cy="365125"/>
          </a:xfrm>
          <a:effectLst/>
        </p:spPr>
        <p:txBody>
          <a:bodyPr/>
          <a:lstStyle/>
          <a:p>
            <a:r>
              <a:rPr kumimoji="1" lang="ja-JP" altLang="en-US" dirty="0">
                <a:latin typeface="+mn-ea"/>
              </a:rPr>
              <a:t>出所：　</a:t>
            </a:r>
          </a:p>
        </p:txBody>
      </p:sp>
      <p:sp>
        <p:nvSpPr>
          <p:cNvPr id="21" name="正方形/長方形 20"/>
          <p:cNvSpPr/>
          <p:nvPr/>
        </p:nvSpPr>
        <p:spPr>
          <a:xfrm>
            <a:off x="4737101" y="4878854"/>
            <a:ext cx="4300521" cy="1415962"/>
          </a:xfrm>
          <a:prstGeom prst="rec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450850" lvl="1" indent="-200025">
              <a:buFont typeface="Meiryo UI" panose="020B0604030504040204" pitchFamily="50" charset="-128"/>
              <a:buChar char="–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  <a:p>
            <a:pPr marL="720725" lvl="2" indent="-193675">
              <a:buFont typeface="Meiryo UI" panose="020B0604030504040204" pitchFamily="50" charset="-128"/>
              <a:buChar char="￮"/>
            </a:pPr>
            <a:r>
              <a:rPr lang="en-US" altLang="ja-JP" sz="1400" dirty="0">
                <a:solidFill>
                  <a:srgbClr val="4D4D4D"/>
                </a:solidFill>
                <a:latin typeface="+mn-ea"/>
              </a:rPr>
              <a:t>Xxx</a:t>
            </a:r>
          </a:p>
        </p:txBody>
      </p:sp>
    </p:spTree>
    <p:extLst>
      <p:ext uri="{BB962C8B-B14F-4D97-AF65-F5344CB8AC3E}">
        <p14:creationId xmlns:p14="http://schemas.microsoft.com/office/powerpoint/2010/main" val="1273565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2">
              <a:lumMod val="40000"/>
              <a:lumOff val="60000"/>
            </a:schemeClr>
          </a:solidFill>
        </a:ln>
        <a:effectLst/>
      </a:spPr>
      <a:bodyPr rot="0" spcFirstLastPara="0" vertOverflow="overflow" horzOverflow="overflow" vert="horz" wrap="square" lIns="3600" tIns="45720" rIns="360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b="1" dirty="0">
            <a:solidFill>
              <a:schemeClr val="lt1"/>
            </a:solidFill>
            <a:latin typeface="+mj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1400" dirty="0">
            <a:latin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9482</TotalTime>
  <Words>73</Words>
  <Application>Microsoft Office PowerPoint</Application>
  <PresentationFormat>A4 210 x 297 mm</PresentationFormat>
  <Paragraphs>21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Arial Unicode MS</vt:lpstr>
      <vt:lpstr>Meiryo UI</vt:lpstr>
      <vt:lpstr>ＭＳ Ｐゴシック</vt:lpstr>
      <vt:lpstr>Arial</vt:lpstr>
      <vt:lpstr>Office テーマ</vt:lpstr>
      <vt:lpstr>スライド作成ルール表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Junichiro MATSUGAMI</dc:creator>
  <cp:lastModifiedBy>junichiro matsugami</cp:lastModifiedBy>
  <cp:revision>593</cp:revision>
  <cp:lastPrinted>2014-01-26T16:38:26Z</cp:lastPrinted>
  <dcterms:created xsi:type="dcterms:W3CDTF">2010-08-14T15:39:40Z</dcterms:created>
  <dcterms:modified xsi:type="dcterms:W3CDTF">2025-01-08T00:51:40Z</dcterms:modified>
</cp:coreProperties>
</file>